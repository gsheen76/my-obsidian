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组会汇报 / PAPER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Microsoft YaHei"/>
              </a:rPr>
              <a:t>四篇生成模型论文阅读汇报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450592"/>
            <a:ext cx="10515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从扩散、分数、流匹配到漂移模型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9808" y="3246120"/>
            <a:ext cx="103144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37033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汇报重点：我是否读懂了四种模型的原理、作用和相互关系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332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形式：白底黑字；只讲机制和判断，不堆公式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897880"/>
            <a:ext cx="4114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icrosoft YaHei"/>
              </a:rPr>
              <a:t>多任务成像方向 / 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01 /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先给出一条主线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四篇论文都在解决同一个问题：如何把简单先验分布变成真实数据分布？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901952"/>
            <a:ext cx="3840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901952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DDPM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5615" y="1901952"/>
            <a:ext cx="7269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把过程离散成很多个小步骤：先加噪，再逐步去噪。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359152"/>
            <a:ext cx="102412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670048"/>
            <a:ext cx="3840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670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Score-SDE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670048"/>
            <a:ext cx="7269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把离散步骤提升为连续时间，用分数描述每个时刻的移动方向。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127248"/>
            <a:ext cx="102412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438144"/>
            <a:ext cx="3840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438144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Flow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438144"/>
            <a:ext cx="7269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预先设计从噪声到数据的路径，直接学习沿路径的速度。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895344"/>
            <a:ext cx="102412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206240"/>
            <a:ext cx="3840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206240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Drifting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5615" y="4206240"/>
            <a:ext cx="7269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把生成时的迭代搬到训练过程，推理时只保留一次前向。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663440"/>
            <a:ext cx="102412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49808" y="5166360"/>
            <a:ext cx="10698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49240"/>
            <a:ext cx="102412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演进重点不是模型名字变了，而是三件事在变化：路径如何表示、网络学什么、迭代放在哪里。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02 / 论文一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DDPM：把生成拆成很多个小去噪步骤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论文价值：给出了高质量扩散模型的清晰工程模板，也是后三篇的出发点。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783080"/>
            <a:ext cx="333756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30449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要解决的问题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直接从噪声生成图像很难。论文把它改写成许多次局部去噪，每一步只处理一个小变化。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858768"/>
            <a:ext cx="333756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30449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训练方式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43400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前向加噪过程固定，不需要学习。训练时随机挑一个噪声程度，让网络判断当前样本里加入了什么噪声。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783080"/>
            <a:ext cx="70866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生成过程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2468880"/>
            <a:ext cx="1417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596896"/>
            <a:ext cx="11247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第一步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953512"/>
            <a:ext cx="1124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真实数据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68833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2468880"/>
            <a:ext cx="1417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596896"/>
            <a:ext cx="11247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第二步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953512"/>
            <a:ext cx="1124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固定加噪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68833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41664" y="2468880"/>
            <a:ext cx="1417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2596896"/>
            <a:ext cx="11247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第三步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953512"/>
            <a:ext cx="1124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学习反向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268833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2468880"/>
            <a:ext cx="5486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17936" y="2596896"/>
            <a:ext cx="2560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7936" y="2953512"/>
            <a:ext cx="256031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图像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4187952"/>
            <a:ext cx="7086600" cy="1545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38912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718304"/>
            <a:ext cx="6537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网络预测噪声，而不是直接预测原图；这种参数化更稳定。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反向方差固定反而更容易训练，简化目标更关注样本质量。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代价是采样必须走完整条反向链，速度较慢。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03 / 论文二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Score-SDE：把扩散提升到连续时间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论文价值：统一了多种基于分数的方法，并把采样器从模型中解耦出来。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783080"/>
            <a:ext cx="329184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2999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为什么要连续化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299923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DDPM 的时间步是离散的，采样方式也被写死。连续时间允许用同一个模型搭配不同的数值求解器。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858768"/>
            <a:ext cx="329184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2999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网络学什么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43400"/>
            <a:ext cx="299923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网络学习每个噪声时刻的分数。直观上，它告诉样本应该往数据密度更高的方向移动。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713232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6596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统一框架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2487168"/>
            <a:ext cx="1700784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2615184"/>
            <a:ext cx="14081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971800"/>
            <a:ext cx="1408176" cy="1920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噪声样本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688336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76288" y="2487168"/>
            <a:ext cx="1700784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2615184"/>
            <a:ext cx="14081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971800"/>
            <a:ext cx="1408176" cy="1920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分数网络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2688336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5712" y="2487168"/>
            <a:ext cx="1700784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2615184"/>
            <a:ext cx="14081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选择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971800"/>
            <a:ext cx="1408176" cy="1920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随机或确定性采样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041648"/>
            <a:ext cx="713232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4242816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572000"/>
            <a:ext cx="6583680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DDPM 可以看作连续框架中的一种离散实现。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Predictor-Corrector 适合追求样本质量；概率流 ODE 适合确定性采样和似然计算。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条件分数可以直接接入修复、补全、着色等成像任务。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04 / 论文三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Flow Matching：直接学习从噪声到数据的速度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论文价值：不再绕着分数学习，而是直接回归向量场；合理设计路径可以显著减少采样步数。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783080"/>
            <a:ext cx="333756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30449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核心改变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先规定一条从先验到数据的概率路径，再让网络学习每个位置、每个时刻应该朝哪里走。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858768"/>
            <a:ext cx="333756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30449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训练为什么可行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43400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边际路径通常难以直接计算。条件流匹配逐样本构造目标，训练时只需要回归已知的局部速度。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783080"/>
            <a:ext cx="70866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路径设计的直观差异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96312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普通扩散路径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700016" y="2743200"/>
            <a:ext cx="2359152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9168" y="2743200"/>
            <a:ext cx="1307592" cy="51206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366760" y="2432304"/>
            <a:ext cx="2075688" cy="8229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62288" y="2103120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弯曲、可能回退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43814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OT 路径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700016" y="2432304"/>
            <a:ext cx="5742432" cy="1280159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0" y="3547872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更直、更容易拟合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4187952"/>
            <a:ext cx="7086600" cy="1545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38912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18304"/>
            <a:ext cx="6537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网络输出的是速度方向，采样时只需解一个常微分方程。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OT 路径把轨迹变直，减少网络要拟合的复杂性。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它的优势主要来自路径和训练目标的设计，不只是换一个采样器。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05 / 论文四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Drifting Models：把推理迭代搬到训练时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论文价值：从训练目标上改变生成方式，目标是一次前向完成生成。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783080"/>
            <a:ext cx="333756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30449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核心转向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前三篇在推理时反复更新样本。漂移模型在训练时更新网络参数，使每个先验样本对应的生成结果逐渐靠近数据分布。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858768"/>
            <a:ext cx="333756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30449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什么时候停止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43400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数据样本产生吸引，生成样本产生排斥。两种分布匹配后，漂移场抵消，训练达到平衡。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783080"/>
            <a:ext cx="70866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训练和推理的区别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2514600"/>
            <a:ext cx="17830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642616"/>
            <a:ext cx="1490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训练开始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999232"/>
            <a:ext cx="1490472" cy="1920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先验样本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2491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2514600"/>
            <a:ext cx="1874519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2642616"/>
            <a:ext cx="158191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参数更新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999232"/>
            <a:ext cx="1581911" cy="1920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分布持续漂移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2491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64624" y="2514600"/>
            <a:ext cx="15544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642616"/>
            <a:ext cx="12618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训练结束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999232"/>
            <a:ext cx="1261872" cy="1920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一次前向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4187952"/>
            <a:ext cx="7086600" cy="1545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38912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718304"/>
            <a:ext cx="6537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反对称漂移是平衡条件的关键；破坏它，分布匹配就失效。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冻结漂移后的目标，才能形成稳定的自监督训练。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特征空间漂移和训练时条件引导，是高维图像质量的工程重点。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06 / 横向比较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四个模型的差异，集中在“迭代放在哪里”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同一条主线下，四篇论文分别优化了表达方式、训练方式和推理成本。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828800"/>
            <a:ext cx="12344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38528"/>
            <a:ext cx="11612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9968" y="1828800"/>
            <a:ext cx="1965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4" y="1938528"/>
            <a:ext cx="18928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路径表示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1828800"/>
            <a:ext cx="2148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3" y="1938528"/>
            <a:ext cx="20756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网络学习对象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828800"/>
            <a:ext cx="19202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938528"/>
            <a:ext cx="1847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推理方式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76488" y="1828800"/>
            <a:ext cx="157276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3" y="1938528"/>
            <a:ext cx="14996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主要优势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60" y="1828800"/>
            <a:ext cx="12344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32136" y="1938528"/>
            <a:ext cx="11612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主要代价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0428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46888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DDPM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8" y="230428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84832" y="2468880"/>
            <a:ext cx="1856231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离散扩散链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7" y="230428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7951" y="2468880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噪声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230428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1" y="2468880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多步去噪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76488" y="230428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246888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稳定、清晰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230428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50424" y="246888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采样慢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03580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20040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Score-SDE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29968" y="303580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200400"/>
            <a:ext cx="1856231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连续 SDE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33087" y="303580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1" y="3200400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分数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303580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1" y="3200400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SDE / 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76488" y="303580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320040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条件控制强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95560" y="303580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0424" y="320040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求解复杂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76732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393192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Flow Matching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29968" y="376732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84832" y="3931920"/>
            <a:ext cx="1856231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概率路径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33087" y="376732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87951" y="3931920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速度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19088" y="376732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1" y="3931920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ODE 少步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76488" y="376732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1352" y="393192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路径可设计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376732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50424" y="393192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依赖路径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49884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466344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Drifting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29968" y="449884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84832" y="4663440"/>
            <a:ext cx="1856231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训练时演化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33087" y="449884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87951" y="4663440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漂移方向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19088" y="449884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3951" y="4663440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一次前向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76488" y="449884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31352" y="466344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推理最快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95560" y="449884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50424" y="4663440"/>
            <a:ext cx="11247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训练和估计难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5486400"/>
            <a:ext cx="10771632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5623560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演进关系：离散去噪 → 连续分数 → 直接速度回归 → 训练时分布演化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07 / 多任务成像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对多任务成像的启示：先看控制需求，再选生成模型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四种模型不是简单替代关系，而是对应不同的质量、条件控制和推理预算。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828800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38528"/>
            <a:ext cx="19385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成像需求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2" y="1828800"/>
            <a:ext cx="26060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938528"/>
            <a:ext cx="2532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优先考虑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42432" y="1828800"/>
            <a:ext cx="2331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8" y="1938528"/>
            <a:ext cx="2258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原因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29718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1938528"/>
            <a:ext cx="2898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我会怎么用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304288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450592"/>
            <a:ext cx="190195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多种逆问题 / 条件切换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7792" y="2304288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2450592"/>
            <a:ext cx="2496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Score-SDE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2304288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50592"/>
            <a:ext cx="222199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条件分数机制成熟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304288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4" y="2450592"/>
            <a:ext cx="28620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先做统一条件基线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163824"/>
            <a:ext cx="190195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希望少步采样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07792" y="3017520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2656" y="3163824"/>
            <a:ext cx="2496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Flow Matching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42432" y="3017520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3163824"/>
            <a:ext cx="222199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路径可设计、速度直接回归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3017520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3163824"/>
            <a:ext cx="28620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把 OT 路径作为加速方向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730752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877056"/>
            <a:ext cx="190195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实时或资源受限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7792" y="3730752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77056"/>
            <a:ext cx="2496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Drifting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42432" y="3730752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877056"/>
            <a:ext cx="222199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一次前向，推理成本最低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730752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3877056"/>
            <a:ext cx="28620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验证单步质量和稳定性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443983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590288"/>
            <a:ext cx="190195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复现和对比基线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07792" y="4443983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62656" y="4590288"/>
            <a:ext cx="2496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DDPM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2432" y="4443983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4590288"/>
            <a:ext cx="222199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实现清楚、变量最少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4443983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4590288"/>
            <a:ext cx="28620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先建立可控基线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440680"/>
            <a:ext cx="1053388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614416"/>
            <a:ext cx="100766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建议路线：DDPM 建基线，Score-SDE 做条件控制，Flow Matching 做少步加速，Drifting 做单步探索。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08 / 我的理解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四个最容易混淆的关系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这四点是我判断自己是否真正读懂论文的依据。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49808" y="1828800"/>
            <a:ext cx="519379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56816"/>
            <a:ext cx="49011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关系一：DDPM 与 Score-SDE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4901183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DDPM 的噪声预测，本质上提供了同一扰动分布下的分数信息。Score-SDE 把这种关系推广到连续时间。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28800"/>
            <a:ext cx="519379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956816"/>
            <a:ext cx="49011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关系二：Score-SDE 与 Flow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2313432"/>
            <a:ext cx="4901183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概率流 ODE 描述确定性输运；Flow Matching 进一步把重点放到“选择路径并回归速度”。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401568"/>
            <a:ext cx="519379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9584"/>
            <a:ext cx="49011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关系三：Flow Matching 的真正改进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4901183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关键不是简单换采样器，而是把训练目标变成可直接回归的速度，并用更直的路径降低拟合难度。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401568"/>
            <a:ext cx="519379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529584"/>
            <a:ext cx="49011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关系四：Drifting 与蒸馏的区别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886200"/>
            <a:ext cx="4901183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Drifting 不依赖多步教师模型做蒸馏，而是从训练目标上让生成分布逐步达到平衡。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166360"/>
            <a:ext cx="1064361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67528"/>
            <a:ext cx="10222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我对四篇论文的统一理解：先定义“从哪里到哪里”，再决定“用什么局部信息推动分布”。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09 /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汇报结论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四篇论文形成了一条清晰的生成建模演进路线。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8096" y="1828800"/>
            <a:ext cx="10625328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75688"/>
            <a:ext cx="1018641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DDPM 学会逐步去噪，Score-SDE 学会连续地判断方向。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971800"/>
            <a:ext cx="10625328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218688"/>
            <a:ext cx="1018641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Flow Matching 学会直接回归速度，Drifting 把迭代从推理搬到训练。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114800"/>
            <a:ext cx="10625328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361688"/>
            <a:ext cx="1018641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对多任务成像，模型选择取决于条件控制、图像质量和推理预算。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760720"/>
            <a:ext cx="10625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Microsoft YaHei"/>
              </a:rPr>
              <a:t>谢谢，欢迎提问。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