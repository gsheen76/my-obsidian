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284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0AC962-0662-4BF2-B8DF-311F23FF1042}" type="datetimeFigureOut">
              <a:rPr lang="zh-CN" altLang="en-US" smtClean="0"/>
              <a:t>2026/8/6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61D2FF-A4C9-4919-9ABB-C7213DE1F8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1279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61D2FF-A4C9-4919-9ABB-C7213DE1F88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0919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62921" y="2217581"/>
            <a:ext cx="4866157" cy="550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000000"/>
                </a:solidFill>
                <a:latin typeface="Microsoft YaHei"/>
              </a:rPr>
              <a:t>四篇生成模型论文阅读汇报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84714" y="3255264"/>
            <a:ext cx="3622569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从扩散、分数、流匹配到漂移模型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566928"/>
            <a:ext cx="10972800" cy="4585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Microsoft YaHei"/>
              </a:rPr>
              <a:t>主线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9576"/>
            <a:ext cx="10881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四篇论文都在解决同一个问题：如何把简单先验分布变成真实数据分布？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01952"/>
            <a:ext cx="384048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1901952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Microsoft YaHei"/>
              </a:rPr>
              <a:t>DDPM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85615" y="1901952"/>
            <a:ext cx="72694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把过程离散成很多个小步骤：先加噪，再逐步去噪。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70048"/>
            <a:ext cx="384048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5024" y="2670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Microsoft YaHei"/>
              </a:rPr>
              <a:t>Score-SDE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5615" y="2670048"/>
            <a:ext cx="72694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把离散步骤提升为连续时间，用分数描述每个时刻的移动方向。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438144"/>
            <a:ext cx="384048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5024" y="3438144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Microsoft YaHei"/>
              </a:rPr>
              <a:t>Flow Matching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85615" y="3438144"/>
            <a:ext cx="72694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预先设计从噪声到数据的路径，直接学习沿路径的速度。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206240"/>
            <a:ext cx="384048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Microsoft Ya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" y="4206240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Microsoft YaHei"/>
              </a:rPr>
              <a:t>Drifting Models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85615" y="4206240"/>
            <a:ext cx="72694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把生成时的迭代搬到训练过程，推理时只保留一次前向。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362932"/>
            <a:ext cx="10241280" cy="3200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Microsoft YaHei"/>
              </a:rPr>
              <a:t>路径如何表示、网络学什么、迭代放在哪里。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73952"/>
            <a:ext cx="5943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566928"/>
            <a:ext cx="1097280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Microsoft YaHei"/>
              </a:rPr>
              <a:t>DDPM：把生成拆成很多个小去噪步骤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1911095"/>
            <a:ext cx="3044952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>
                <a:solidFill>
                  <a:srgbClr val="000000"/>
                </a:solidFill>
                <a:latin typeface="Microsoft YaHei"/>
              </a:rPr>
              <a:t>要解决的问题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728" y="2395134"/>
            <a:ext cx="3044952" cy="81253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Microsoft YaHei"/>
              </a:rPr>
              <a:t>直接从噪声生成图像很难。论文把它改写成许多次局部去噪，每一步只处理一个小变化。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986783"/>
            <a:ext cx="3044952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>
                <a:solidFill>
                  <a:srgbClr val="000000"/>
                </a:solidFill>
                <a:latin typeface="Microsoft YaHei"/>
              </a:rPr>
              <a:t>训练方式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4464281"/>
            <a:ext cx="3044952" cy="105875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Microsoft YaHei"/>
              </a:rPr>
              <a:t>前向加噪过程固定，不需要学习。训练时随机挑一个噪声程度，让网络判断当前样本里加入了什么噪声。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7" y="1865754"/>
            <a:ext cx="658368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>
                <a:solidFill>
                  <a:srgbClr val="000000"/>
                </a:solidFill>
                <a:latin typeface="Microsoft YaHei"/>
              </a:rPr>
              <a:t>生成过程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45152" y="2468880"/>
            <a:ext cx="141732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91456" y="2596896"/>
            <a:ext cx="1124712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Microsoft YaHei"/>
              </a:rPr>
              <a:t>第一步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2688" y="2907768"/>
            <a:ext cx="1124712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Microsoft YaHei"/>
              </a:rPr>
              <a:t>真实数据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688336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Microsoft YaHe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93408" y="2468880"/>
            <a:ext cx="141732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39712" y="2596896"/>
            <a:ext cx="1124712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Microsoft YaHei"/>
              </a:rPr>
              <a:t>第二步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2907768"/>
            <a:ext cx="1124712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Microsoft YaHei"/>
              </a:rPr>
              <a:t>固定加噪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4736" y="2688336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Microsoft YaHe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41664" y="2468880"/>
            <a:ext cx="141732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87968" y="2596896"/>
            <a:ext cx="1124712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Microsoft YaHei"/>
              </a:rPr>
              <a:t>第三步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87968" y="2907768"/>
            <a:ext cx="1124712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Microsoft YaHei"/>
              </a:rPr>
              <a:t>学习反向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22992" y="2688336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Microsoft YaHe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771632" y="2468880"/>
            <a:ext cx="54864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17936" y="2596896"/>
            <a:ext cx="256031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815678" y="2720316"/>
            <a:ext cx="59436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Microsoft YaHei"/>
              </a:rPr>
              <a:t>图像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91456" y="4052394"/>
            <a:ext cx="700096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>
                <a:solidFill>
                  <a:srgbClr val="000000"/>
                </a:solidFill>
                <a:latin typeface="Microsoft YaHei"/>
              </a:rPr>
              <a:t>关键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31118" y="4538000"/>
            <a:ext cx="5743334" cy="85254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网络预测噪声，而不是直接预测原图；这种参数化更稳定。</a:t>
            </a:r>
          </a:p>
          <a:p>
            <a:pPr>
              <a:spcAft>
                <a:spcPts val="3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反向方差固定反而更容易训练，简化目标更关注样本质量。</a:t>
            </a:r>
          </a:p>
          <a:p>
            <a:pPr>
              <a:spcAft>
                <a:spcPts val="3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代价是采样必须走完整条反向链，速度较慢。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73952"/>
            <a:ext cx="5943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5216" y="274320"/>
            <a:ext cx="109728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Microsoft YaHei"/>
              </a:rPr>
              <a:t>03 / 论文二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Microsoft YaHei"/>
              </a:rPr>
              <a:t>Score-SDE：把扩散提升到连续时间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1911095"/>
            <a:ext cx="2999232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>
                <a:solidFill>
                  <a:srgbClr val="000000"/>
                </a:solidFill>
                <a:latin typeface="Microsoft YaHei"/>
              </a:rPr>
              <a:t>为什么要连续化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267712"/>
            <a:ext cx="2999232" cy="118186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0">
                <a:solidFill>
                  <a:srgbClr val="000000"/>
                </a:solidFill>
                <a:latin typeface="Microsoft YaHei"/>
              </a:rPr>
              <a:t>DDPM 的时间步是离散的，采样方式也被写死。连续时间允许用同一个模型搭配不同的数值求解器。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986781"/>
            <a:ext cx="2999232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>
                <a:solidFill>
                  <a:srgbClr val="000000"/>
                </a:solidFill>
                <a:latin typeface="Microsoft YaHei"/>
              </a:rPr>
              <a:t>网络学什么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4453130"/>
            <a:ext cx="2999232" cy="81253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Microsoft YaHei"/>
              </a:rPr>
              <a:t>网络学习每个噪声时刻的分数。直观上，它告诉样本应该往数据密度更高的方向移动。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1965960"/>
            <a:ext cx="658368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>
                <a:solidFill>
                  <a:srgbClr val="000000"/>
                </a:solidFill>
                <a:latin typeface="Microsoft YaHei"/>
              </a:rPr>
              <a:t>统一框架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26864" y="2487168"/>
            <a:ext cx="1700784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73168" y="2615184"/>
            <a:ext cx="1408176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Microsoft YaHei"/>
              </a:rPr>
              <a:t>输入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3168" y="2971800"/>
            <a:ext cx="1408176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Microsoft YaHei"/>
              </a:rPr>
              <a:t>噪声样本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688336"/>
            <a:ext cx="4114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Microsoft YaHe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76288" y="2487168"/>
            <a:ext cx="1700784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22592" y="2615184"/>
            <a:ext cx="1408176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Microsoft YaHei"/>
              </a:rPr>
              <a:t>模型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22592" y="2971800"/>
            <a:ext cx="1408176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Microsoft YaHei"/>
              </a:rPr>
              <a:t>分数网络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31936" y="2688336"/>
            <a:ext cx="4114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Microsoft YaHe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25712" y="2487168"/>
            <a:ext cx="1982316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72016" y="2615184"/>
            <a:ext cx="1408176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Microsoft YaHei"/>
              </a:rPr>
              <a:t>选择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72016" y="2971800"/>
            <a:ext cx="1836012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Microsoft YaHei"/>
              </a:rPr>
              <a:t>随机或确定性采样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26864" y="3986782"/>
            <a:ext cx="658368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>
                <a:solidFill>
                  <a:srgbClr val="000000"/>
                </a:solidFill>
                <a:latin typeface="Microsoft YaHei"/>
              </a:rPr>
              <a:t>关键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6864" y="4453130"/>
            <a:ext cx="5116004" cy="109876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rPr sz="1600"/>
              <a:t>• DDPM 可以看作连续框架中的一种离散实现。</a:t>
            </a:r>
          </a:p>
          <a:p>
            <a:pPr>
              <a:spcAft>
                <a:spcPts val="3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rPr sz="1600"/>
              <a:t>• Predictor-Corrector 适合追求样本质量；概率流 ODE 适合确定性采样和似然计算。</a:t>
            </a:r>
          </a:p>
          <a:p>
            <a:pPr>
              <a:spcAft>
                <a:spcPts val="3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rPr sz="1600"/>
              <a:t>• 条件分数可以直接接入修复、补全、着色等成像任务。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73952"/>
            <a:ext cx="5943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566928"/>
            <a:ext cx="1097280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Microsoft YaHei"/>
              </a:rPr>
              <a:t>Flow Matching：直接学习从噪声到数据的速度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1911095"/>
            <a:ext cx="3044952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Microsoft YaHei"/>
              </a:rPr>
              <a:t>核心改变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267712"/>
            <a:ext cx="3044952" cy="1280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0000"/>
                </a:solidFill>
                <a:latin typeface="Microsoft YaHei"/>
              </a:rPr>
              <a:t>先规定一条从先验到数据的概率路径，再让网络学习每个位置、每个时刻应该朝哪里走。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986783"/>
            <a:ext cx="3044952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Microsoft YaHei"/>
              </a:rPr>
              <a:t>训练为什么可行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4343400"/>
            <a:ext cx="3044952" cy="1280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0000"/>
                </a:solidFill>
                <a:latin typeface="Microsoft YaHei"/>
              </a:rPr>
              <a:t>边际路径通常难以直接计算。条件流匹配逐样本构造目标，训练时只需要回归已知的局部速度。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965960"/>
            <a:ext cx="65836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Microsoft YaHei"/>
              </a:rPr>
              <a:t>路径设计的直观差异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3148" y="2664445"/>
            <a:ext cx="19202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Microsoft YaHei"/>
              </a:rPr>
              <a:t>普通扩散路径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4700016" y="2743200"/>
            <a:ext cx="2359152" cy="384048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059168" y="2743200"/>
            <a:ext cx="1307592" cy="512064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366760" y="2432304"/>
            <a:ext cx="2075688" cy="82296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162288" y="2103120"/>
            <a:ext cx="11887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弯曲、可能回退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322298"/>
            <a:ext cx="19202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Microsoft YaHei"/>
              </a:rPr>
              <a:t>OT 路径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4700016" y="2432304"/>
            <a:ext cx="5742432" cy="1280159"/>
          </a:xfrm>
          <a:prstGeom prst="line">
            <a:avLst/>
          </a:prstGeom>
          <a:ln w="228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778240" y="3547872"/>
            <a:ext cx="1737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Microsoft YaHei"/>
              </a:rPr>
              <a:t>更直、更容易拟合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389120"/>
            <a:ext cx="65836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Microsoft YaHei"/>
              </a:rPr>
              <a:t>我读懂的关键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718304"/>
            <a:ext cx="6537960" cy="8229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• 网络输出的是速度方向，采样时只需解一个常微分方程。</a:t>
            </a:r>
          </a:p>
          <a:p>
            <a:pPr>
              <a:spcAft>
                <a:spcPts val="3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• OT 路径把轨迹变直，减少网络要拟合的复杂性。</a:t>
            </a:r>
          </a:p>
          <a:p>
            <a:pPr>
              <a:spcAft>
                <a:spcPts val="3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• 它的优势主要来自路径和训练目标的设计，不只是换一个采样器。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73952"/>
            <a:ext cx="5943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566928"/>
            <a:ext cx="1097280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Microsoft YaHei"/>
              </a:rPr>
              <a:t>Drifting Models：把推理迭代搬到训练时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1911095"/>
            <a:ext cx="3044952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Microsoft YaHei"/>
              </a:rPr>
              <a:t>核心转向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267712"/>
            <a:ext cx="3044952" cy="1280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0000"/>
                </a:solidFill>
                <a:latin typeface="Microsoft YaHei"/>
              </a:rPr>
              <a:t>前三篇在推理时反复更新样本。漂移模型在训练时更新网络参数，使每个先验样本对应的生成结果逐渐靠近数据分布。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986783"/>
            <a:ext cx="3044952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Microsoft YaHei"/>
              </a:rPr>
              <a:t>什么时候停止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4343400"/>
            <a:ext cx="3044952" cy="1280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0000"/>
                </a:solidFill>
                <a:latin typeface="Microsoft YaHei"/>
              </a:rPr>
              <a:t>数据样本产生吸引，生成样本产生排斥。两种分布匹配后，漂移场抵消，训练达到平衡。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965960"/>
            <a:ext cx="65836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Microsoft YaHei"/>
              </a:rPr>
              <a:t>训练和推理的区别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45152" y="2514600"/>
            <a:ext cx="1783080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91456" y="2642616"/>
            <a:ext cx="1490472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Microsoft YaHei"/>
              </a:rPr>
              <a:t>训练开始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91456" y="2999232"/>
            <a:ext cx="1490472" cy="19202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先验样本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724912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Microsoft YaHe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59168" y="2514600"/>
            <a:ext cx="1874519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05472" y="2642616"/>
            <a:ext cx="1581911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Microsoft YaHei"/>
              </a:rPr>
              <a:t>参数更新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5472" y="2999232"/>
            <a:ext cx="1581911" cy="19202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分布持续漂移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2724912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Microsoft YaHe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64624" y="2514600"/>
            <a:ext cx="1554480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10928" y="2642616"/>
            <a:ext cx="1261872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Microsoft YaHei"/>
              </a:rPr>
              <a:t>训练结束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10928" y="2999232"/>
            <a:ext cx="1261872" cy="19202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一次前向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389120"/>
            <a:ext cx="65836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Microsoft YaHei"/>
              </a:rPr>
              <a:t>我读懂的关键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4718304"/>
            <a:ext cx="6537960" cy="8229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• 反对称漂移是平衡条件的关键；破坏它，分布匹配就失效。</a:t>
            </a:r>
          </a:p>
          <a:p>
            <a:pPr>
              <a:spcAft>
                <a:spcPts val="3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• 冻结漂移后的目标，才能形成稳定的自监督训练。</a:t>
            </a:r>
          </a:p>
          <a:p>
            <a:pPr>
              <a:spcAft>
                <a:spcPts val="3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• 特征空间漂移和训练时条件引导，是高维图像质量的工程重点。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73952"/>
            <a:ext cx="5943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566928"/>
            <a:ext cx="1097280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Microsoft YaHei"/>
              </a:rPr>
              <a:t>四个模型的差异，集中在“迭代放在哪里”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51560"/>
            <a:ext cx="10881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同一条主线下，四篇论文分别优化了表达方式、训练方式和推理成本。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28800"/>
            <a:ext cx="123444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4944" y="1938528"/>
            <a:ext cx="116128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Microsoft YaHei"/>
              </a:rPr>
              <a:t>模型</a:t>
            </a:r>
          </a:p>
        </p:txBody>
      </p:sp>
      <p:sp>
        <p:nvSpPr>
          <p:cNvPr id="8" name="Rectangle 7"/>
          <p:cNvSpPr/>
          <p:nvPr/>
        </p:nvSpPr>
        <p:spPr>
          <a:xfrm>
            <a:off x="2029968" y="1828800"/>
            <a:ext cx="196596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66544" y="1938528"/>
            <a:ext cx="1892807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Microsoft YaHei"/>
              </a:rPr>
              <a:t>路径表示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33087" y="1828800"/>
            <a:ext cx="214884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69663" y="1938528"/>
            <a:ext cx="207568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Microsoft YaHei"/>
              </a:rPr>
              <a:t>网络学习对象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19088" y="1828800"/>
            <a:ext cx="192024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55664" y="1938528"/>
            <a:ext cx="184708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Microsoft YaHei"/>
              </a:rPr>
              <a:t>推理方式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76488" y="1828800"/>
            <a:ext cx="1572768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13063" y="1938528"/>
            <a:ext cx="1499616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Microsoft YaHei"/>
              </a:rPr>
              <a:t>主要优势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95560" y="1828800"/>
            <a:ext cx="123444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232136" y="1938528"/>
            <a:ext cx="116128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Microsoft YaHei"/>
              </a:rPr>
              <a:t>主要代价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304288"/>
            <a:ext cx="123444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" y="2468880"/>
            <a:ext cx="1124712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Microsoft YaHei"/>
              </a:rPr>
              <a:t>DDPM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29968" y="2304288"/>
            <a:ext cx="196596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084832" y="2468880"/>
            <a:ext cx="1856231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离散扩散链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33087" y="2304288"/>
            <a:ext cx="214884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87951" y="2468880"/>
            <a:ext cx="2039112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噪声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19088" y="2304288"/>
            <a:ext cx="192024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73951" y="2468880"/>
            <a:ext cx="1810512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多步去噪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76488" y="2304288"/>
            <a:ext cx="1572768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31352" y="2468880"/>
            <a:ext cx="146304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稳定、清晰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195560" y="2304288"/>
            <a:ext cx="123444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250424" y="2468880"/>
            <a:ext cx="1124712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采样慢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3035808"/>
            <a:ext cx="123444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13232" y="3200400"/>
            <a:ext cx="1124712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Microsoft YaHei"/>
              </a:rPr>
              <a:t>Score-SDE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29968" y="3035808"/>
            <a:ext cx="196596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084832" y="3200400"/>
            <a:ext cx="1856231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连续 SDE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33087" y="3035808"/>
            <a:ext cx="214884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187951" y="3200400"/>
            <a:ext cx="2039112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分数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19088" y="3035808"/>
            <a:ext cx="192024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73951" y="3200400"/>
            <a:ext cx="1810512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Microsoft YaHei"/>
              </a:rPr>
              <a:t>SDE / ODE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76488" y="3035808"/>
            <a:ext cx="1572768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531352" y="3200400"/>
            <a:ext cx="146304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条件控制强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195560" y="3035808"/>
            <a:ext cx="123444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250424" y="3200400"/>
            <a:ext cx="1124712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求解复杂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3767328"/>
            <a:ext cx="123444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13232" y="3931920"/>
            <a:ext cx="1124712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Microsoft YaHei"/>
              </a:rPr>
              <a:t>Flow Matching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29968" y="3767328"/>
            <a:ext cx="196596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084832" y="3931920"/>
            <a:ext cx="1856231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概率路径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33087" y="3767328"/>
            <a:ext cx="214884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187951" y="3931920"/>
            <a:ext cx="2039112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速度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19088" y="3767328"/>
            <a:ext cx="192024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73951" y="3931920"/>
            <a:ext cx="1810512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ODE 少步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76488" y="3767328"/>
            <a:ext cx="1572768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531352" y="3931920"/>
            <a:ext cx="146304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路径可设计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195560" y="3767328"/>
            <a:ext cx="123444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250424" y="3931920"/>
            <a:ext cx="1124712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依赖路径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" y="4498848"/>
            <a:ext cx="123444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13232" y="4663440"/>
            <a:ext cx="1124712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Microsoft YaHei"/>
              </a:rPr>
              <a:t>Drifting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29968" y="4498848"/>
            <a:ext cx="196596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084832" y="4663440"/>
            <a:ext cx="1856231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训练时演化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33087" y="4498848"/>
            <a:ext cx="214884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187951" y="4663440"/>
            <a:ext cx="2039112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漂移方向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19088" y="4498848"/>
            <a:ext cx="192024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473951" y="4663440"/>
            <a:ext cx="1810512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一次前向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476488" y="4498848"/>
            <a:ext cx="1572768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531352" y="4663440"/>
            <a:ext cx="146304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推理最快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195560" y="4498848"/>
            <a:ext cx="123444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250424" y="4663440"/>
            <a:ext cx="1124712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训练和估计难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58368" y="5486400"/>
            <a:ext cx="10771632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68680" y="5623560"/>
            <a:ext cx="103327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Microsoft YaHei"/>
              </a:rPr>
              <a:t>演进关系：离散去噪 → 连续分数 → 直接速度回归 → 训练时分布演化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972800" y="6473952"/>
            <a:ext cx="5943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566928"/>
            <a:ext cx="1097280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Microsoft YaHei"/>
              </a:rPr>
              <a:t>对多任务成像的启示：先看控制需求，再选生成模型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51560"/>
            <a:ext cx="10881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四种模型不是简单替代关系，而是对应不同的质量、条件控制和推理预算。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481328"/>
            <a:ext cx="1106424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13232" y="1828800"/>
            <a:ext cx="201168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938528"/>
            <a:ext cx="193852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Microsoft YaHei"/>
              </a:rPr>
              <a:t>成像需求</a:t>
            </a:r>
          </a:p>
        </p:txBody>
      </p:sp>
      <p:sp>
        <p:nvSpPr>
          <p:cNvPr id="8" name="Rectangle 7"/>
          <p:cNvSpPr/>
          <p:nvPr/>
        </p:nvSpPr>
        <p:spPr>
          <a:xfrm>
            <a:off x="2907792" y="1828800"/>
            <a:ext cx="260604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44368" y="1938528"/>
            <a:ext cx="253288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Microsoft YaHei"/>
              </a:rPr>
              <a:t>优先考虑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42432" y="1828800"/>
            <a:ext cx="233172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79008" y="1938528"/>
            <a:ext cx="225856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Microsoft YaHei"/>
              </a:rPr>
              <a:t>原因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75320" y="1828800"/>
            <a:ext cx="297180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11896" y="1938528"/>
            <a:ext cx="289864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Microsoft YaHei"/>
              </a:rPr>
              <a:t>我会怎么用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2304288"/>
            <a:ext cx="201168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8096" y="2450592"/>
            <a:ext cx="1901952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Microsoft YaHei"/>
              </a:rPr>
              <a:t>多种逆问题 / 条件切换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07792" y="2304288"/>
            <a:ext cx="260604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62656" y="2450592"/>
            <a:ext cx="2496312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Score-SDE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42432" y="2304288"/>
            <a:ext cx="233172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97296" y="2450592"/>
            <a:ext cx="2221991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条件分数机制成熟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75320" y="2304288"/>
            <a:ext cx="297180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30184" y="2450592"/>
            <a:ext cx="2862072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先做统一条件基线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3017520"/>
            <a:ext cx="201168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8096" y="3163824"/>
            <a:ext cx="1901952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Microsoft YaHei"/>
              </a:rPr>
              <a:t>希望少步采样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07792" y="3017520"/>
            <a:ext cx="260604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962656" y="3163824"/>
            <a:ext cx="2496312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Microsoft YaHei"/>
              </a:rPr>
              <a:t>Flow Matching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42432" y="3017520"/>
            <a:ext cx="233172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797296" y="3163824"/>
            <a:ext cx="2221991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Microsoft YaHei"/>
              </a:rPr>
              <a:t>路径可设计、速度直接回归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75320" y="3017520"/>
            <a:ext cx="297180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30184" y="3163824"/>
            <a:ext cx="2862072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Microsoft YaHei"/>
              </a:rPr>
              <a:t>把 OT 路径作为加速方向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3730752"/>
            <a:ext cx="201168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68096" y="3877056"/>
            <a:ext cx="1901952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Microsoft YaHei"/>
              </a:rPr>
              <a:t>实时或资源受限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07792" y="3730752"/>
            <a:ext cx="260604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962656" y="3877056"/>
            <a:ext cx="2496312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Drifting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42432" y="3730752"/>
            <a:ext cx="233172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797296" y="3877056"/>
            <a:ext cx="2221991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Microsoft YaHei"/>
              </a:rPr>
              <a:t>一次前向，推理成本最低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75320" y="3730752"/>
            <a:ext cx="297180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30184" y="3877056"/>
            <a:ext cx="2862072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验证单步质量和稳定性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3232" y="4443983"/>
            <a:ext cx="201168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68096" y="4590288"/>
            <a:ext cx="1901952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Microsoft YaHei"/>
              </a:rPr>
              <a:t>复现和对比基线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07792" y="4443983"/>
            <a:ext cx="260604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962656" y="4590288"/>
            <a:ext cx="2496312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DDPM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42432" y="4443983"/>
            <a:ext cx="233172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797296" y="4590288"/>
            <a:ext cx="2221991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实现清楚、变量最少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75320" y="4443983"/>
            <a:ext cx="297180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330184" y="4590288"/>
            <a:ext cx="2862072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先建立可控基线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3232" y="5440680"/>
            <a:ext cx="10533888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32688" y="5614416"/>
            <a:ext cx="1007668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Microsoft YaHei"/>
              </a:rPr>
              <a:t>建议路线：DDPM 建基线，Score-SDE 做条件控制，Flow Matching 做少步加速，Drifting 做单步探索。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66928" y="6419088"/>
            <a:ext cx="11064240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85216" y="6473952"/>
            <a:ext cx="68580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Microsoft YaHei"/>
              </a:rPr>
              <a:t>四篇生成模型论文阅读笔记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0" y="6473952"/>
            <a:ext cx="5943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392</Words>
  <Application>Microsoft Office PowerPoint</Application>
  <PresentationFormat>宽屏</PresentationFormat>
  <Paragraphs>153</Paragraphs>
  <Slides>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等线</vt:lpstr>
      <vt:lpstr>Microsoft YaHei</vt:lpstr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 sheen</cp:lastModifiedBy>
  <cp:revision>2</cp:revision>
  <dcterms:created xsi:type="dcterms:W3CDTF">2013-01-27T09:14:16Z</dcterms:created>
  <dcterms:modified xsi:type="dcterms:W3CDTF">2026-08-06T03:10:29Z</dcterms:modified>
  <cp:category/>
</cp:coreProperties>
</file>